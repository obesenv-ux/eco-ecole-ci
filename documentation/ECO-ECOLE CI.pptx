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7315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1E8449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3200400"/>
            <a:ext cx="2286000" cy="2286000"/>
          </a:xfrm>
          <a:prstGeom prst="ellipse">
            <a:avLst/>
          </a:prstGeom>
          <a:solidFill>
            <a:srgbClr val="27AE60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-457200"/>
            <a:ext cx="1645920" cy="1645920"/>
          </a:xfrm>
          <a:prstGeom prst="ellipse">
            <a:avLst/>
          </a:prstGeom>
          <a:solidFill>
            <a:srgbClr val="F4D03F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320040"/>
            <a:ext cx="2560320" cy="34747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00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🌿 WEB ART CREATIVITY 2026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713232"/>
            <a:ext cx="256032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7132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CATÉGORIE 1 — PROGRAMMATION &amp; IA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18872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ECO-ÉCOLE CI</a:t>
            </a:r>
            <a:endParaRPr lang="en-US" sz="58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68580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423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web &amp; IA pour l'éco-citoyenneté scolaire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441655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Collège Départemental d'Agnibilékrou  |  DRENA Abengourou  |  Coach : M. OUE Simon Marc  |  Année 2025-2026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" y="477316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lesconceptstic@gmail.com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 DE PRÉSENTATION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Sommaire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25880"/>
            <a:ext cx="59436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25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1417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Contexte &amp; Problème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8288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crise environnementale dans nos écoles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325880"/>
            <a:ext cx="59436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325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1417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Solution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18288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ECO-ÉCOLE CI en 5 modules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468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468880"/>
            <a:ext cx="59436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005840" y="2560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L'ECO-BOT 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718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Notre intelligence artificielle environnementale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468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468880"/>
            <a:ext cx="59436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468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440680" y="2560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29718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nous rend uniques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611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611880"/>
            <a:ext cx="59436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611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5840" y="3703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Résultats &amp; Impact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1148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allons changer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61188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3611880"/>
            <a:ext cx="594360" cy="100584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3611880"/>
            <a:ext cx="594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06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40680" y="370332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Équipe &amp; Ressources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40680" y="4114800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fait quoi, avec quoi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 — CONTEXTE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crise environnementale dans nos écoles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920240" cy="1371600"/>
          </a:xfrm>
          <a:prstGeom prst="rect">
            <a:avLst/>
          </a:prstGeom>
          <a:solidFill>
            <a:srgbClr val="1A5C2A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3716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" y="2093976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forêt ivoirienne perdue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60 ans (MINEDD)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98448"/>
            <a:ext cx="1920240" cy="1371600"/>
          </a:xfrm>
          <a:prstGeom prst="rect">
            <a:avLst/>
          </a:prstGeom>
          <a:solidFill>
            <a:srgbClr val="1E8449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468880" y="13716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4,7M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2093976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tonnes de déchets/an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Côte d'Ivoire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1298448"/>
            <a:ext cx="1920240" cy="1371600"/>
          </a:xfrm>
          <a:prstGeom prst="rect">
            <a:avLst/>
          </a:prstGeom>
          <a:solidFill>
            <a:srgbClr val="27AE60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13716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617720" y="2093976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seulement des déchets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collectés et traités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1298448"/>
            <a:ext cx="1920240" cy="1371600"/>
          </a:xfrm>
          <a:prstGeom prst="rect">
            <a:avLst/>
          </a:prstGeom>
          <a:solidFill>
            <a:srgbClr val="F4D03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371600"/>
            <a:ext cx="1920240" cy="7543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766560" y="2093976"/>
            <a:ext cx="192024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outil numérique 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env. dans le DRENA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34640"/>
            <a:ext cx="8503920" cy="2011680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834640"/>
            <a:ext cx="54864" cy="201168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8803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double problème du Collège Départemental d'Agnibilékrou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24612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 système de suivi des déchets, de la consommation d'eau et d'énergie dans l'établissement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Aucune application numérique disponible pour sensibiliser et former les élèves à l'éco-citoyenneté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initiatives de sensibilisation (nettoyage, causeries) sont ponctuelles, non documentées, sans impact mesurable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élèves ne disposent pas des outils pour mesurer et réduire leur empreinte environnementale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1645920" cy="2926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NOTRE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ECO-ÉCOLE CI : une application web intelligente en 5 modules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56032" y="1371600"/>
            <a:ext cx="1600200" cy="3429000"/>
          </a:xfrm>
          <a:prstGeom prst="rect">
            <a:avLst/>
          </a:prstGeom>
          <a:solidFill>
            <a:srgbClr val="1E8449">
              <a:alpha val="8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37160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Shape 6"/>
          <p:cNvSpPr/>
          <p:nvPr/>
        </p:nvSpPr>
        <p:spPr>
          <a:xfrm>
            <a:off x="781812" y="1508760"/>
            <a:ext cx="548640" cy="548640"/>
          </a:xfrm>
          <a:prstGeom prst="ellipse">
            <a:avLst/>
          </a:prstGeom>
          <a:solidFill>
            <a:srgbClr val="1A5C2A"/>
          </a:solidFill>
          <a:ln/>
        </p:spPr>
      </p:sp>
      <p:sp>
        <p:nvSpPr>
          <p:cNvPr id="9" name="Text 7"/>
          <p:cNvSpPr/>
          <p:nvPr/>
        </p:nvSpPr>
        <p:spPr>
          <a:xfrm>
            <a:off x="78181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29184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321868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env. en temps réel (déchets, eau, arbres, signalements)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93392" y="1371600"/>
            <a:ext cx="1600200" cy="3429000"/>
          </a:xfrm>
          <a:prstGeom prst="rect">
            <a:avLst/>
          </a:prstGeom>
          <a:solidFill>
            <a:srgbClr val="1E8449">
              <a:alpha val="8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993392" y="137160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Shape 13"/>
          <p:cNvSpPr/>
          <p:nvPr/>
        </p:nvSpPr>
        <p:spPr>
          <a:xfrm>
            <a:off x="2519172" y="1508760"/>
            <a:ext cx="548640" cy="548640"/>
          </a:xfrm>
          <a:prstGeom prst="ellipse">
            <a:avLst/>
          </a:prstGeom>
          <a:solidFill>
            <a:srgbClr val="1A5C2A"/>
          </a:solidFill>
          <a:ln/>
        </p:spPr>
      </p:sp>
      <p:sp>
        <p:nvSpPr>
          <p:cNvPr id="16" name="Text 14"/>
          <p:cNvSpPr/>
          <p:nvPr/>
        </p:nvSpPr>
        <p:spPr>
          <a:xfrm>
            <a:off x="251917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66544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ECO-BOT 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6544" y="321868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intelligent : 50+ Q/R environnementales en français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730752" y="1371600"/>
            <a:ext cx="1600200" cy="3429000"/>
          </a:xfrm>
          <a:prstGeom prst="rect">
            <a:avLst/>
          </a:prstGeom>
          <a:solidFill>
            <a:srgbClr val="1E8449">
              <a:alpha val="8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3730752" y="137160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Shape 20"/>
          <p:cNvSpPr/>
          <p:nvPr/>
        </p:nvSpPr>
        <p:spPr>
          <a:xfrm>
            <a:off x="4256532" y="1508760"/>
            <a:ext cx="548640" cy="548640"/>
          </a:xfrm>
          <a:prstGeom prst="ellipse">
            <a:avLst/>
          </a:prstGeom>
          <a:solidFill>
            <a:srgbClr val="1A5C2A"/>
          </a:solidFill>
          <a:ln/>
        </p:spPr>
      </p:sp>
      <p:sp>
        <p:nvSpPr>
          <p:cNvPr id="23" name="Text 21"/>
          <p:cNvSpPr/>
          <p:nvPr/>
        </p:nvSpPr>
        <p:spPr>
          <a:xfrm>
            <a:off x="425653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30752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📢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3803904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Signalement citoyen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03904" y="321868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Signaler les anomalies environnementales depuis un smartphone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468112" y="1371600"/>
            <a:ext cx="1600200" cy="3429000"/>
          </a:xfrm>
          <a:prstGeom prst="rect">
            <a:avLst/>
          </a:prstGeom>
          <a:solidFill>
            <a:srgbClr val="1E8449">
              <a:alpha val="8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468112" y="137160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9" name="Shape 27"/>
          <p:cNvSpPr/>
          <p:nvPr/>
        </p:nvSpPr>
        <p:spPr>
          <a:xfrm>
            <a:off x="5993892" y="1508760"/>
            <a:ext cx="548640" cy="548640"/>
          </a:xfrm>
          <a:prstGeom prst="ellipse">
            <a:avLst/>
          </a:prstGeom>
          <a:solidFill>
            <a:srgbClr val="1A5C2A"/>
          </a:solidFill>
          <a:ln/>
        </p:spPr>
      </p:sp>
      <p:sp>
        <p:nvSpPr>
          <p:cNvPr id="30" name="Text 28"/>
          <p:cNvSpPr/>
          <p:nvPr/>
        </p:nvSpPr>
        <p:spPr>
          <a:xfrm>
            <a:off x="599389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468112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🏆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41264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Défis éco-citoyens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41264" y="321868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Défis hebdomadaires gamifiés avec classement par classe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205472" y="1371600"/>
            <a:ext cx="1600200" cy="3429000"/>
          </a:xfrm>
          <a:prstGeom prst="rect">
            <a:avLst/>
          </a:prstGeom>
          <a:solidFill>
            <a:srgbClr val="1E8449">
              <a:alpha val="8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05472" y="1371600"/>
            <a:ext cx="16002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6" name="Shape 34"/>
          <p:cNvSpPr/>
          <p:nvPr/>
        </p:nvSpPr>
        <p:spPr>
          <a:xfrm>
            <a:off x="7731252" y="1508760"/>
            <a:ext cx="548640" cy="548640"/>
          </a:xfrm>
          <a:prstGeom prst="ellipse">
            <a:avLst/>
          </a:prstGeom>
          <a:solidFill>
            <a:srgbClr val="1A5C2A"/>
          </a:solidFill>
          <a:ln/>
        </p:spPr>
      </p:sp>
      <p:sp>
        <p:nvSpPr>
          <p:cNvPr id="37" name="Text 35"/>
          <p:cNvSpPr/>
          <p:nvPr/>
        </p:nvSpPr>
        <p:spPr>
          <a:xfrm>
            <a:off x="7731252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05472" y="21488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278624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Espace Apprendre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278624" y="3218688"/>
            <a:ext cx="1463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interactif, fiches pédagogiques, ressources environnementales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Application web légère • 100% smartphone • Gratuite • Accessible hors connexion partielle • Hébergée sur GitHub Pages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 — ECO-BOT IA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L'intelligence artificielle au service de l'environnement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1480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54864" cy="358444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Comment ça marche 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47472" cy="34747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783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764792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L'élève pose une question en français (ex : 'Comment trier mes déchets ?')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347472" cy="34747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532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96112" y="2514600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L'algorithme TF-IDF analyse les mots-clés et calcule la similarité avec la base de Q/R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347472" cy="34747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82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326440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ECO-BOT retourne la réponse la plus pertinente avec un score de confiance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4032504"/>
            <a:ext cx="347472" cy="347472"/>
          </a:xfrm>
          <a:prstGeom prst="ellipse">
            <a:avLst/>
          </a:prstGeom>
          <a:solidFill>
            <a:srgbClr val="1E844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032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6112" y="4014216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le score est faible, ECO-BOT propose des questions proches pour aider l'élève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1261872"/>
            <a:ext cx="4114800" cy="1554480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Thèmes couverts par ECO-BOT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46320" y="1719072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🗑️ Tri &amp; gestion des déchets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💧 Économies d'eau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Économies d'énergie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🌳 Déforestation &amp; reboisement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🌡️ Changement climatique</a:t>
            </a:r>
            <a:endParaRPr lang="en-US" sz="1050" dirty="0"/>
          </a:p>
          <a:p>
            <a:pPr marL="342900" indent="-342900">
              <a:spcAft>
                <a:spcPts val="1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♻️ Recyclage &amp; économie circulaire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971800"/>
            <a:ext cx="987552" cy="914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301752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709160" y="347472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Q/R en français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42432" y="2971800"/>
            <a:ext cx="987552" cy="9144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29" name="Text 27"/>
          <p:cNvSpPr/>
          <p:nvPr/>
        </p:nvSpPr>
        <p:spPr>
          <a:xfrm>
            <a:off x="5742432" y="301752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742432" y="347472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 IA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775704" y="2971800"/>
            <a:ext cx="987552" cy="9144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2" name="Text 30"/>
          <p:cNvSpPr/>
          <p:nvPr/>
        </p:nvSpPr>
        <p:spPr>
          <a:xfrm>
            <a:off x="6775704" y="301752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775704" y="347472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serveur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808976" y="2971800"/>
            <a:ext cx="987552" cy="9144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35" name="Text 33"/>
          <p:cNvSpPr/>
          <p:nvPr/>
        </p:nvSpPr>
        <p:spPr>
          <a:xfrm>
            <a:off x="7808976" y="3017520"/>
            <a:ext cx="987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808976" y="3474720"/>
            <a:ext cx="987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Disponible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3977640"/>
            <a:ext cx="4114800" cy="777240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404164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Technologie : JavaScript ES6 pur · Base JSON · Moteur TF-IDF · 0 dépendance externe · Compatible tous smartphones Android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 — MODULES DÉTAILLÉS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Signalement citoyen &amp; Défis éco-citoyens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1480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4114800" cy="4572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📢  Module Signalement Citoyen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810512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élève observe une anomalie (poubelle pleine, robinet qui fuit, plastique brûlé...)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ouvre l'application sur son smartphone et choisit la catégorie du problème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décrit le problème en quelques mots et soumet le signalement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coach/administration reçoit une notification et peut marquer le problème comme résolu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compteur de signalements résolus est affiché sur le tableau de bord public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4462272"/>
            <a:ext cx="4114800" cy="384048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12" name="Text 10"/>
          <p:cNvSpPr/>
          <p:nvPr/>
        </p:nvSpPr>
        <p:spPr>
          <a:xfrm>
            <a:off x="384048" y="4480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Catégories : Déchets · Eau · Énergie · Végétation · Autre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09160" y="1261872"/>
            <a:ext cx="4114800" cy="3584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61872"/>
            <a:ext cx="4114800" cy="457200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2618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 Défis Éco-Citoyens Gamifiés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00600" y="1828800"/>
            <a:ext cx="822960" cy="32004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828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Semaine 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87568" y="1792224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de plastique : quelle classe récolte le plus ? (5 points par kg)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578608"/>
            <a:ext cx="822960" cy="32004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5786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Semaine 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87568" y="2542032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Chasse aux robinets ouverts : repérer et signaler les fuites d'eau (3 pts/signalement)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00600" y="3328416"/>
            <a:ext cx="822960" cy="32004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3328416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Semaine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87568" y="3291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Plantation : chaque classe plante au moins 1 arbre dans la cour (10 points)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4078224"/>
            <a:ext cx="822960" cy="320040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4078224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5C2A"/>
                </a:solidFill>
              </a:rPr>
              <a:t>Semaine 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687568" y="4041648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ECO-BOT : meilleur score de la classe sur les questions environnementales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4462272"/>
            <a:ext cx="4114800" cy="384048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4480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Classement affiché en temps réel · Badges numériques · Reconnaissance publique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182880"/>
            <a:ext cx="1645920" cy="29260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1828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 — INNOVATION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qui rend ECO-ÉCOLE CI unique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56032" y="1298448"/>
            <a:ext cx="2834640" cy="365760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56032" y="1298448"/>
            <a:ext cx="283464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417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84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Technologique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87552" y="2496312"/>
            <a:ext cx="1371600" cy="36576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606040"/>
            <a:ext cx="2615184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chatbot IA environnemental développé par des élèves de collège du DRENA Abengourou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Algorithme TF-IDF : une vraie IA, codée en JavaScript, sans API externe, sans coût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PWA : accessible hors connexion partielle, installable sans Play Store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298448"/>
            <a:ext cx="2834640" cy="365760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227832" y="1298448"/>
            <a:ext cx="283464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417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19272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Pédagogique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59352" y="2496312"/>
            <a:ext cx="13716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606040"/>
            <a:ext cx="2615184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de 'science citoyenne scolaire' : élèves collecteurs et analystes de données réelles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 actif : les élèves apprennent la programmation IA en résolvant un vrai problème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Première base de données environnementales scolaires locale jamais constituée à Agnibilékrou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9632" y="1298448"/>
            <a:ext cx="2834640" cy="365760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99632" y="1298448"/>
            <a:ext cx="2834640" cy="54864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1417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🌍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291072" y="201168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Sociale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931152" y="2496312"/>
            <a:ext cx="1371600" cy="36576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2606040"/>
            <a:ext cx="2615184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 public : rend visible l'empreinte environnementale de l'école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Responsabilité collective mesurable : les élèves voient l'impact de leurs actions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réplicable dans tous les établissements du DRENA Abengourou et au-delà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 — RÉSULTATS ATTENDUS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nous allons changer à Agnibilékrou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600200" cy="1261872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16002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179222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Application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PWA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23113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Hébergée, fonctionnelle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smartphone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57400" y="1298448"/>
            <a:ext cx="1600200" cy="1261872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57400" y="1298448"/>
            <a:ext cx="16002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205740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03120" y="179222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ECO-BOT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opérationnel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03120" y="223113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Q/R · 85% pertinence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coût serveur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794760" y="1298448"/>
            <a:ext cx="1600200" cy="1261872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94760" y="1298448"/>
            <a:ext cx="16002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0480" y="179222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30+ signalements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collectés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0" y="223113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réelles dès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lancement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532120" y="1298448"/>
            <a:ext cx="1600200" cy="1261872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32120" y="1298448"/>
            <a:ext cx="16002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4" name="Text 22"/>
          <p:cNvSpPr/>
          <p:nvPr/>
        </p:nvSpPr>
        <p:spPr>
          <a:xfrm>
            <a:off x="553212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77840" y="179222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défis testés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77840" y="223113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classes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participantes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269480" y="1298448"/>
            <a:ext cx="1600200" cy="1261872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69480" y="1298448"/>
            <a:ext cx="1600200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9" name="Text 27"/>
          <p:cNvSpPr/>
          <p:nvPr/>
        </p:nvSpPr>
        <p:spPr>
          <a:xfrm>
            <a:off x="7269480" y="137160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315200" y="1792224"/>
            <a:ext cx="1508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Tableau de bord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environnemental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0" y="223113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Données réelles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collectées par élèves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2724912"/>
            <a:ext cx="8503920" cy="384048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" y="2724912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Niveau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764792" y="2724912"/>
            <a:ext cx="4480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attendu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36792" y="272491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Alignement ODD / ONU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108960"/>
            <a:ext cx="8503920" cy="566928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37" name="Text 35"/>
          <p:cNvSpPr/>
          <p:nvPr/>
        </p:nvSpPr>
        <p:spPr>
          <a:xfrm>
            <a:off x="393192" y="315468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764792" y="3154680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Compétences IA, éco-citoyenneté, science citoyenne, programmation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336792" y="3154680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4 — Éducation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20040" y="3703320"/>
            <a:ext cx="850392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93192" y="374904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Établissement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764792" y="3749040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Réduction des anomalies env., meilleure gestion des ressources, dynamique collective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336792" y="3749040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13 — Climat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20040" y="4297680"/>
            <a:ext cx="8503920" cy="566928"/>
          </a:xfrm>
          <a:prstGeom prst="rect">
            <a:avLst/>
          </a:prstGeom>
          <a:solidFill>
            <a:srgbClr val="D5F5E3"/>
          </a:solidFill>
          <a:ln/>
        </p:spPr>
      </p:sp>
      <p:sp>
        <p:nvSpPr>
          <p:cNvPr id="45" name="Text 43"/>
          <p:cNvSpPr/>
          <p:nvPr/>
        </p:nvSpPr>
        <p:spPr>
          <a:xfrm>
            <a:off x="393192" y="4343400"/>
            <a:ext cx="12618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DRENA / CI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764792" y="4343400"/>
            <a:ext cx="4462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réplicable, données env. inédites, contribution à la stratégie nationale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36792" y="4343400"/>
            <a:ext cx="245059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15 — Vie terrestre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 — ÉQUIPE &amp; RESSOURCES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fait quoi — avec quoi — pour combien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993392" cy="1965960"/>
          </a:xfrm>
          <a:prstGeom prst="rect">
            <a:avLst/>
          </a:prstGeom>
          <a:solidFill>
            <a:srgbClr val="D5F5E3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1993392" cy="54864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38988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👨‍🏫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" y="182880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OUE Simon Marc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194560"/>
            <a:ext cx="1078992" cy="237744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1945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Coach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192" y="2496312"/>
            <a:ext cx="18470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Coordination, architecture, dossier écrit, présentation WAC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1298448"/>
            <a:ext cx="1993392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298448"/>
            <a:ext cx="1993392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6" name="Text 14"/>
          <p:cNvSpPr/>
          <p:nvPr/>
        </p:nvSpPr>
        <p:spPr>
          <a:xfrm>
            <a:off x="2468880" y="138988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542032" y="182880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 1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926080" y="2194560"/>
            <a:ext cx="1078992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21945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Développeur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42032" y="2496312"/>
            <a:ext cx="18470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HTML/CSS/JS, ECO-BOT, déploiement GitHub Pages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1298448"/>
            <a:ext cx="1993392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1298448"/>
            <a:ext cx="1993392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3" name="Text 21"/>
          <p:cNvSpPr/>
          <p:nvPr/>
        </p:nvSpPr>
        <p:spPr>
          <a:xfrm>
            <a:off x="4617720" y="138988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🗄️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90872" y="182880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 2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74920" y="2194560"/>
            <a:ext cx="1078992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26" name="Text 24"/>
          <p:cNvSpPr/>
          <p:nvPr/>
        </p:nvSpPr>
        <p:spPr>
          <a:xfrm>
            <a:off x="5074920" y="21945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&amp; Back-end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690872" y="2496312"/>
            <a:ext cx="18470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Firebase, signalement, tableau de bord, indicateurs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1298448"/>
            <a:ext cx="1993392" cy="19659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66560" y="1298448"/>
            <a:ext cx="1993392" cy="5486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138988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39712" y="1828800"/>
            <a:ext cx="1847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Élève 3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7223760" y="2194560"/>
            <a:ext cx="1078992" cy="237744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3" name="Text 31"/>
          <p:cNvSpPr/>
          <p:nvPr/>
        </p:nvSpPr>
        <p:spPr>
          <a:xfrm>
            <a:off x="7223760" y="2194560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 &amp; Contenu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39712" y="2496312"/>
            <a:ext cx="1847088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UI/UX, Q/R ECO-BOT, défis, guide utilisateur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401568"/>
            <a:ext cx="5029200" cy="1444752"/>
          </a:xfrm>
          <a:prstGeom prst="rect">
            <a:avLst/>
          </a:prstGeom>
          <a:solidFill>
            <a:srgbClr val="D5F5E3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57200" y="34564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Stack technologique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822192"/>
            <a:ext cx="46634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HTML5 · CSS3 · JavaScript ES6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 Firestore (gratuit)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/ Netlify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· Canva · Figma (gratuit)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0" y="3401568"/>
            <a:ext cx="3337560" cy="1444752"/>
          </a:xfrm>
          <a:prstGeom prst="rect">
            <a:avLst/>
          </a:prstGeom>
          <a:solidFill>
            <a:srgbClr val="1A5C2A"/>
          </a:solidFill>
          <a:ln/>
          <a:effectLst>
            <a:outerShdw blurRad="50800" dist="127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77840" y="345643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Budget total estimé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577840" y="3794760"/>
            <a:ext cx="3154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24 000 FCFA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5577840" y="4370832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 + impressions + backup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Tous les logiciels : GRATUITS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C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38344"/>
            <a:ext cx="9144000" cy="10515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PLANNING PRÉVISIONNEL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semaines pour transformer l'école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32588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435608"/>
            <a:ext cx="640080" cy="347472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4356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S1–S2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987552" cy="292608"/>
          </a:xfrm>
          <a:prstGeom prst="rect">
            <a:avLst/>
          </a:prstGeom>
          <a:solidFill>
            <a:srgbClr val="1A5C2A">
              <a:alpha val="8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685032" y="1435608"/>
            <a:ext cx="500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Maquettes · Cahier des charges · Base Q/R ECO-BOT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05740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28800" y="2167128"/>
            <a:ext cx="640080" cy="347472"/>
          </a:xfrm>
          <a:prstGeom prst="rect">
            <a:avLst/>
          </a:prstGeom>
          <a:solidFill>
            <a:srgbClr val="1E8449"/>
          </a:solidFill>
          <a:ln/>
        </p:spPr>
      </p:sp>
      <p:sp>
        <p:nvSpPr>
          <p:cNvPr id="14" name="Text 12"/>
          <p:cNvSpPr/>
          <p:nvPr/>
        </p:nvSpPr>
        <p:spPr>
          <a:xfrm>
            <a:off x="1828800" y="21671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S3–S6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06040" y="2194560"/>
            <a:ext cx="2040941" cy="292608"/>
          </a:xfrm>
          <a:prstGeom prst="rect">
            <a:avLst/>
          </a:prstGeom>
          <a:solidFill>
            <a:srgbClr val="1E8449">
              <a:alpha val="85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738421" y="2167128"/>
            <a:ext cx="3948379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Front-end · ECO-BOT IA · Firebase · Signalement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78892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828800" y="2898648"/>
            <a:ext cx="640080" cy="34747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0" y="289864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S7–S9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06040" y="2926080"/>
            <a:ext cx="1514246" cy="292608"/>
          </a:xfrm>
          <a:prstGeom prst="rect">
            <a:avLst/>
          </a:prstGeom>
          <a:solidFill>
            <a:srgbClr val="27AE60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211726" y="2898648"/>
            <a:ext cx="447507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smartphones · Correction · Optimisation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52044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Lancement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0" y="3630168"/>
            <a:ext cx="640080" cy="347472"/>
          </a:xfrm>
          <a:prstGeom prst="rect">
            <a:avLst/>
          </a:prstGeom>
          <a:solidFill>
            <a:srgbClr val="F4D03F"/>
          </a:solidFill>
          <a:ln/>
        </p:spPr>
      </p:sp>
      <p:sp>
        <p:nvSpPr>
          <p:cNvPr id="24" name="Text 22"/>
          <p:cNvSpPr/>
          <p:nvPr/>
        </p:nvSpPr>
        <p:spPr>
          <a:xfrm>
            <a:off x="1828800" y="3630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S10–S11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06040" y="3657600"/>
            <a:ext cx="987552" cy="292608"/>
          </a:xfrm>
          <a:prstGeom prst="rect">
            <a:avLst/>
          </a:prstGeom>
          <a:solidFill>
            <a:srgbClr val="F4D03F">
              <a:alpha val="8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3685032" y="3630168"/>
            <a:ext cx="5001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· Collecte données · Guide utilisateur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20040" y="4251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5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 2026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0" y="4361688"/>
            <a:ext cx="640080" cy="34747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1828800" y="436168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S12–S13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606040" y="4389120"/>
            <a:ext cx="1053389" cy="292608"/>
          </a:xfrm>
          <a:prstGeom prst="rect">
            <a:avLst/>
          </a:prstGeom>
          <a:solidFill>
            <a:srgbClr val="C0392B">
              <a:alpha val="85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3750869" y="4361688"/>
            <a:ext cx="4935931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592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· Démonstration live · Rapport final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606040" y="1280160"/>
            <a:ext cx="0" cy="4206240"/>
          </a:xfrm>
          <a:prstGeom prst="line">
            <a:avLst/>
          </a:prstGeom>
          <a:noFill/>
          <a:ln w="12700">
            <a:solidFill>
              <a:srgbClr val="A9DFB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5C2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E8449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27AE6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3200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ECO-ÉCOLE CI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365760" y="1170432"/>
            <a:ext cx="4114800" cy="3657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26187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Agnibilékrou, les élèves codent l'avenir.</a:t>
            </a:r>
            <a:endParaRPr lang="en-US" sz="1600" dirty="0"/>
          </a:p>
          <a:p>
            <a:pPr marL="0" indent="0">
              <a:buNone/>
            </a:pPr>
            <a:r>
              <a:rPr lang="en-US" sz="1600" i="1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projet est leur engagement pour la planète.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2651760" cy="155448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made in CI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chatbot environnemental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construit par des élèves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2331720"/>
            <a:ext cx="2651760" cy="155448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🌱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3756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réel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données vraies,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actions concrètes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2651760" cy="1554480"/>
          </a:xfrm>
          <a:prstGeom prst="rect">
            <a:avLst/>
          </a:prstGeom>
          <a:solidFill>
            <a:srgbClr val="1E8449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🔓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Zéro coût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9360" y="331012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gratuit,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 reproductible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8412480" cy="502920"/>
          </a:xfrm>
          <a:prstGeom prst="rect">
            <a:avLst/>
          </a:prstGeom>
          <a:solidFill>
            <a:srgbClr val="1E8449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032504"/>
            <a:ext cx="8412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Aligné sur : Plan Numérique MENA 2025 · ODD 4 (Éducation) · ODD 13 (Climat) · ODD 15 (Vie terrestre) · UNESCO EDD 2030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A5C2A">
              <a:alpha val="9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461772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9DF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Collège Départemental d'Agnibilékrou  |  DRENA Abengourou  |  Coach : M. OUE Simon Marc  |  lesconceptstic@gmail.com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1162</Words>
  <Application>Microsoft Office PowerPoint</Application>
  <PresentationFormat>Affichage à l'écran (16:9)</PresentationFormat>
  <Paragraphs>246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ECO-ÉCOLE CI — WAC 2026 Catégorie 1</dc:title>
  <dc:subject>PptxGenJS Presentation</dc:subject>
  <dc:creator>OUE Simon Marc</dc:creator>
  <cp:lastModifiedBy>ADMIN</cp:lastModifiedBy>
  <cp:revision>1</cp:revision>
  <dcterms:created xsi:type="dcterms:W3CDTF">2026-04-27T22:28:59Z</dcterms:created>
  <dcterms:modified xsi:type="dcterms:W3CDTF">2026-07-06T16:56:25Z</dcterms:modified>
</cp:coreProperties>
</file>